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🏛️ WEB TECHNOLOGIES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GNOSIS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Next-Gen Online Quiz Management &amp; Assessment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full-stack, gamified MERN platform featuring Quizizz 6-digit Join PINs, 2x2 color grids, synthesized Web Audio, and instant live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🌐 LIVE VERCEL DEPLOYMENT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quiz-management-system-teal.vercel.app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93192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💻 GITHUB REPOSITORY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github.com/VishnuReddy1705/Quiz-Management-System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93192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🛠️ CORE ARCHITECTURE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React 19 • Node.js • Express • MongoDB • Bootstrap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WEB TECHNOLOGIES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Challenges in Traditional Quizzes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Delayed Evaluations: Manual grading of answer sheets requires substantial educator effort and postpones feedback.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Logistical Friction: Students often struggle with complex account registrations and deep URLs during classroom sessions.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Lack of Engagement: Traditional text-heavy black-and-white forms disengage learners and induce exam fatigue.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Security Concerns: Exams are vulnerable to answer sniffing when answer keys are bundled into client-side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🎯 Core Project Solutions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Automated Server-Side Scoring: Zero-delay instant grading executed via secure Node.js REST API endpoints.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Quizizz-Style 6-Digit PIN: Frictionless student entry via simple 6-digit codes or deep-links.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Interactive Gamification: Responsive 2x2 color cards, countdown timers, synthesized audio, and confetti fireworks.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Live Audit &amp; Scorecards: Instant candidate PDF certification and live MongoDB-persisted leaderboard.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WEB TECHNOLOGIES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Decoupled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🎨 FRONTEND LAYER  —  React 19 (Vite) + Bootstrap 5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Modular Single Page Application (SPA), responsive 2x2 grid, custom CSS animations, state management via React Hooks.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0704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⚙️ BACKEND API LAYER  —  Node.js + Express.js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RESTful endpoints managing quiz authoring, PIN generation, and secure server-side answer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0704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🍃 DATABASE LAYER  —  MongoDB + Mongoose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BSON document model storing quizzes, nested question arrays, choices, and candidate attempt score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0704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🚀 DEPLOYMENT &amp; DEVOPS  —  Vercel + GitHub Actions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Global edge network hosting for the React client with automatic Continuous Deployment from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WEB TECHNOLOGIES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Innovations &amp; User Experience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🎮 Quizizz 6-Digit PIN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quiz generates a 6-digit PIN. Students join in 2 seconds without requiring signups or account barriers.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🎨 2x2 Kahoot Color Grid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Options arranged in an ergonomic 2x2 grid: Red (A), Blue (B), Yellow (C), Green (D) with hover glow.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⏱️ Live Countdown Timer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Allocates 30s per question with an auto-submit failsafe when the clock reaches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🔀 Anti-Cheating Shuffle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Questions are dynamically randomized upon test load so adjacent students see questions out of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🔊 Synthesized Audio &amp; Confetti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Zero-download Web Audio API chime/buzz and multi-shot canvas confetti fireworks upon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🖨️ PDF Scorecard Download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Native window.print() integration with dedicated print CSS to export official candidate scorecards.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WEB TECHNOLOGIES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Schema &amp; REST API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🍃 MongoDB Models (Mongoose)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Quiz Schema:</a:t>
            </a:r>
            <a:br/>
            <a:r>
              <a:t>   • title: String (Required)</a:t>
            </a:r>
            <a:br/>
            <a:r>
              <a:t>   • quizCode: String (Unique 6-digit PIN)</a:t>
            </a:r>
            <a:br/>
            <a:r>
              <a:t>   • category: String (e.g., Web Development)</a:t>
            </a:r>
            <a:br/>
            <a:r>
              <a:t>   • questions: [</a:t>
            </a:r>
            <a:br/>
            <a:r>
              <a:t>       questionText: String,</a:t>
            </a:r>
            <a:br/>
            <a:r>
              <a:t>       options: [String] (4 choices),</a:t>
            </a:r>
            <a:br/>
            <a:r>
              <a:t>       correctAnswerIndex: Number (0 to 3)</a:t>
            </a:r>
            <a:br/>
            <a:r>
              <a:t>     ]</a:t>
            </a:r>
            <a:br/>
            <a:br/>
            <a:r>
              <a:t>2. Result Schema:</a:t>
            </a:r>
            <a:br/>
            <a:r>
              <a:t>   • quizId &amp; quizTitle: References</a:t>
            </a:r>
            <a:br/>
            <a:r>
              <a:t>   • studentName: String (Candidate Name)</a:t>
            </a:r>
            <a:br/>
            <a:r>
              <a:t>   • score &amp; totalQuestions: Number</a:t>
            </a:r>
            <a:br/>
            <a:r>
              <a:t>   • percentage: Number (Calculated)</a:t>
            </a:r>
            <a:br/>
            <a:r>
              <a:t>   • submittedAt: Date (Timestamp)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📡 RESTful Endpoints (Express.js)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GET /api/quizzes: Returns catalog summary with question counts and categories for the dashboard.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GET /api/quizzes/:id: Fetches quiz by MongoDB ObjectId OR 6-digit Join Code for immediate play.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POST /api/quizzes: Parses creator form, attaches 6-digit PIN, and saves to MongoDB.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POST /api/quizzes/:id/submit: Compares submitted options with database keys, saves result, and returns review.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GET /api/quizzes/data/results: Queries recent student scores for the real-time leaderboard.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WEB TECHNOLOGIES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Outcomes, Academic Takeaways &amp; 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🎓 Academic Learnings &amp; Key Results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Full-Stack Decoupling: Mastered building modern client-server architectures with React SPA frontend and Node/Express backend.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NoSQL Data Modeling: Implemented nested polymorphic BSON schemas in MongoDB without relational join overhead.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Security Best Practices: Ensured test integrity by computing grades strictly on the server and sanitizing user inputs.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Production Deployment: Successfully automated Continuous Deployment on Vercel with environment variable configuration.</a:t>
            </a:r>
          </a:p>
          <a:p>
            <a:br/>
            <a:pPr>
              <a:defRPr sz="1500" b="1">
                <a:solidFill>
                  <a:srgbClr val="FFFFFF"/>
                </a:solidFill>
              </a:defRPr>
            </a:pPr>
            <a:r>
              <a:t>🚀 Live Links for Evaluator Review:</a:t>
            </a:r>
          </a:p>
          <a:p>
            <a:pPr>
              <a:defRPr sz="1400" b="1">
                <a:solidFill>
                  <a:srgbClr val="6366F1"/>
                </a:solidFill>
              </a:defRPr>
            </a:pPr>
            <a:r>
              <a:t>• Live Application: https://quiz-management-system-teal.vercel.app</a:t>
            </a:r>
            <a:br/>
            <a:r>
              <a:t>• GitHub Repository: https://github.com/VishnuReddy1705/Quiz-Management-System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