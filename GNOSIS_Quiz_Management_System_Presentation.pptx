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329184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WEB TECHNOLOGIES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GNOSIS — Assessment &amp; Quiz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 full-stack, gamified assessment system inspired by Quizizz and Kahoot. Features 6-digit Join PINs, dynamic 2x2 color-coded option grids, client-side auto-submitting timers, and server-side MongoDB score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749039"/>
            <a:ext cx="941832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🌐 LIVE PRODUCTION DEPLOYMENT: https://quiz-management-system-teal.vercel.app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663440"/>
            <a:ext cx="1737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React 19 (Vite)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663440"/>
            <a:ext cx="1737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Node.js &amp;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663440"/>
            <a:ext cx="1737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3AED"/>
                </a:solidFill>
                <a:latin typeface="Segoe UI"/>
              </a:defRPr>
            </a:pPr>
            <a:r>
              <a:t>MongoDB &amp; Mongoose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59" y="4663440"/>
            <a:ext cx="1737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Bootstrap 5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663440"/>
            <a:ext cx="1737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Vercel Hosted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Why GNOSIS? Addressing Traditional Exam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Comparing conventional assessment bottlenecks with our modern, computerized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❌ Conventional Assessment Pitfalls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Delayed Grading: </a:t>
            </a:r>
            <a:r>
              <a:rPr b="0">
                <a:solidFill>
                  <a:srgbClr val="64748B"/>
                </a:solidFill>
              </a:rPr>
              <a:t>Manual paper correction introduces days of waiting time for students.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Security Vulnerabilities: </a:t>
            </a:r>
            <a:r>
              <a:rPr b="0">
                <a:solidFill>
                  <a:srgbClr val="64748B"/>
                </a:solidFill>
              </a:rPr>
              <a:t>Traditional online forms expose answers in client-side HTML inspect elements.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Cumbersome Joining: </a:t>
            </a:r>
            <a:r>
              <a:rPr b="0">
                <a:solidFill>
                  <a:srgbClr val="64748B"/>
                </a:solidFill>
              </a:rPr>
              <a:t>Mandatory login credentials, passwords, and link verification slow down classroom starts.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Dull Interface: </a:t>
            </a:r>
            <a:r>
              <a:rPr b="0">
                <a:solidFill>
                  <a:srgbClr val="64748B"/>
                </a:solidFill>
              </a:rPr>
              <a:t>Standard text-only bullet radio buttons cause test fatigue and disengagement.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✅ The GNOSIS Innovation Framework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Instant Server-Side Evaluation: </a:t>
            </a:r>
            <a:r>
              <a:rPr b="0">
                <a:solidFill>
                  <a:srgbClr val="64748B"/>
                </a:solidFill>
              </a:rPr>
              <a:t>Scores and question-by-question reviews computed in sub-100ms.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Zero-Cheat Randomizer &amp; Timer: </a:t>
            </a:r>
            <a:r>
              <a:rPr b="0">
                <a:solidFill>
                  <a:srgbClr val="64748B"/>
                </a:solidFill>
              </a:rPr>
              <a:t>Questions shuffle randomly on load, backed by client-side countdown timer.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Quizizz-Style 6-Digit PINs: </a:t>
            </a:r>
            <a:r>
              <a:rPr b="0">
                <a:solidFill>
                  <a:srgbClr val="64748B"/>
                </a:solidFill>
              </a:rPr>
              <a:t>Frictionless join flow: students simply enter a 6-digit PIN on any device.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Kahoot 2x2 Colored Grid: </a:t>
            </a:r>
            <a:r>
              <a:rPr b="0">
                <a:solidFill>
                  <a:srgbClr val="64748B"/>
                </a:solidFill>
              </a:rPr>
              <a:t>Ergonomic color-coded option blocks (Red, Blue, Yellow, Green) for peak focus.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INTERACTIVE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Signature Features That Elevate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Designed with modern educational UI principles to maximize engagement and evaluation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267712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🎮 6-Digit Quizizz PIN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Frictionless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Every created quiz receives an automated 6-digit PIN (e.g., 102948). Students enter the PIN to join live tests with zero sign-up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93592" y="2148840"/>
            <a:ext cx="2267712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🎨 2x2 Colorful Grid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Kahoot Ergonomics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0896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Options arranged 2-on-left, 2-on-right in Red, Blue, Yellow, and Green with bold badges and interactive selection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8504" y="2148840"/>
            <a:ext cx="2267712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⏱️ Countdown Timer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Auto-Submission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310896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Dynamic time allocation (30s/question). Features an urgent red pulsing animation when under 15s, auto-submitting when time expires.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3416" y="2148840"/>
            <a:ext cx="2267712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🖨️ PDF Scorecard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Certified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310896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One-click 'Download Scorecard' generates an official assessment certificate with achievement badges (Gold/Silver/Bronze) via CSS print media.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Full-Stack 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Decoupled client-server model engineered with RESTful standards and NoSQL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3063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1. FRONTEND TIER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React 19 + Bootstrap 5 | Hosted on Vercel CDN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Key Technical Functions: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Single Page Application (SPA)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State management via useState &amp; useEffect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Dynamic 2x2 Kahoot CSS Grid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Client-side timer &amp; anti-cheat shuffler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194560"/>
            <a:ext cx="3063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2. BACKEND API TIER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Node.js + Express Server | RESTful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Key Technical Functions: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Decoupled micro-endpoints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Server-side answer validation &amp; scoring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Automatic 6-digit PIN generator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CORS middleware for secure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063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3. DATABASE TIER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MongoDB + Mongoose | BSON Document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0896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Key Technical Functions: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Polymorphic nested question schema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Fast indexing on 6-digit quizCode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Result logging for live leaderboard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Automatic sample data auto-seeding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End-to-End User Journeys: Teacher &amp;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Visual walkthrough of how assessments are published, discovered, attempted, and certified.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Author &amp; Publish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Teacher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Educator inputs title, topic category, and MCQs with 4 choices. One-click publish generates a unique 6-digit Join PIN.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1945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1488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Join via PIN or Link</a:t>
            </a:r>
          </a:p>
          <a:p>
            <a:pPr>
              <a:defRPr sz="950" b="1">
                <a:solidFill>
                  <a:srgbClr val="3B82F6"/>
                </a:solidFill>
              </a:defRPr>
            </a:pPr>
            <a:r>
              <a:t>Student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9260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Students enter the 6-digit PIN on the home dashboard or click a direct link (?code=102948) with zero login friction.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21945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1488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Play Live Assessment</a:t>
            </a:r>
          </a:p>
          <a:p>
            <a:pPr>
              <a:defRPr sz="950" b="1">
                <a:solidFill>
                  <a:srgbClr val="7C3AED"/>
                </a:solidFill>
              </a:defRPr>
            </a:pPr>
            <a:r>
              <a:t>Gamified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9260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Test loads with randomized questions, active countdown timer, and interactive 2x2 Red, Blue, Yellow, and Green option cards.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2011680"/>
            <a:ext cx="25420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89136" y="21945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21488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Scorecard &amp; Leaderboard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Instant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9260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Immediate server-evaluated results, Gold/Silver/Bronze badges, detailed green/red review, and downloadable PDF certificate.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IMPACT &amp;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Summary, Metrics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Key quantitative achievements, production deployment highlights, and academic conclusions.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1,797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Lines of Clean Code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Modular, commented &amp; presentation-ready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Server-Side Scoring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Zero client-side answer sniffing vulnerabilities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01168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&lt; 1s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Vite Build &amp; Response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Blazing-fast client compilation and SPA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01168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Global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Vercel Edge Hosted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Live worldwide with CI/CD from GitHub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5912" cy="2286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🎯 Ready for Live Examination &amp; Viva Demo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Production URL: https://quiz-management-system-teal.vercel.app</a:t>
            </a:r>
            <a:br/>
            <a:r>
              <a:t>• GitHub Repository: https://github.com/VishnuReddy1705/Quiz-Management-System</a:t>
            </a:r>
            <a:br/>
            <a:r>
              <a:t>• Database Architecture: MongoDB Atlas &amp; Local Compass (quiz_db)</a:t>
            </a:r>
            <a:br/>
            <a:r>
              <a:t>• Live Join PIN for Demo: 102948 (Web Technologies) &amp; 583921 (JavaScript Essentials)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